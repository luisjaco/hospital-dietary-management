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B40"/>
    <a:srgbClr val="FE484D"/>
    <a:srgbClr val="F4D542"/>
    <a:srgbClr val="FFDE41"/>
    <a:srgbClr val="F9FD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E7C1-0820-93DB-F483-0A1B3F7CF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A89D8-EAFF-1D05-30C9-4D7D84F4A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CF41-7A73-B54D-7D88-682526CA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F13F-CF80-D7D7-6DD8-910298FE3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AF901-6BC3-0CD5-0321-DF676E7B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9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044C-7294-FF29-7F49-9DE62531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DA3-6B42-DA35-5067-00DD1B178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E4131-3DD3-C3BE-9D2B-41E51ED1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E895C-B882-4053-8705-909FC9FD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3F3BB-7124-3658-D8D7-B64B0FC0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8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0BB5-242A-4CCB-1234-1B2E97221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AA6C5-CEA6-EB8B-EE98-56BC30977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8DB7E-9884-2051-51FF-D118D045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95F30-DDFB-62F6-88F4-D1FA7383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E169A-7D5E-FCFB-5B21-C0BDAB53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291D-7AA3-30A7-CDAE-D2BC5395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52A87-68A0-C573-AF36-AB5DBE921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E25A3-7B86-F637-0BF4-DE69127D9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1ECAF-9769-3314-F924-35EF5037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CC456-68E3-B6CB-50D1-A24183DF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D5AC3-048E-CDAA-BDB1-61DAA8C2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72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81AD-4836-EE66-8B99-84F45E5B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5F3D1-A02F-1CFD-F0FC-00F83E5DB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01875-B489-0A9C-FCBD-7D0F2F065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5F0E1-141A-B030-D684-943FBDB18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4E1D2-04AA-D149-54ED-2FA18249D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03E2E-DEE3-B8BD-5300-96B12B1D0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8D7676-9029-B977-9DD8-6080AD19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70230-6C49-4991-BA6D-92C6D0DB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2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353D-3320-8C19-E068-EDB96E21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2DD1D-E3AE-8617-BE0B-5E61BE19D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A23FB-CE87-2EDE-D023-2775111AD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9A62-8054-AAD4-9256-65462358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0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08493-08FF-2678-8BA3-8AC6232F2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EA955-4532-4B0C-CD36-90DF6B4B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7DF92-5544-FBEC-6BBF-0EE103CF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2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A0C1-18E1-73BC-EF74-BB6269356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FD2B-25FA-70C6-B225-CA39C01CA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4A40F-CFF0-D87C-CE30-54159322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34B44-3D71-A088-E04C-53F9F2A4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48A3C-0E91-4B2D-B1EE-410051B1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4E149-E208-5D4A-32A9-B259E99A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0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C72D-CBCD-8649-9D6A-CDAD38D3E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85336-E99F-3282-D681-1AA44B37B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14F0A-38A3-7680-068C-B385F1AF5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C1399-9C09-98C9-6FBD-16E99A6A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AC565-202D-E2E3-D8A0-05E6BFC1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7DC11-B405-FE68-9752-1106CC33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3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A0AA-A98B-E9E0-7AAF-02F968EA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E5405-1379-F3ED-A513-4796E2383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5D8E-5E61-ACE2-6425-AE7AEBE7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8AA9-8E9D-D0AA-CE12-3EC98C1A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60173-392F-46D2-3976-D5E106D5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5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D4A25-8A34-2AD7-5A8E-F69DBFA15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33F8D-3FE6-4F32-6F95-3CFAD2C8B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D7321-D240-B6B8-E8EE-06E5F233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6E169-8086-FBFB-4A2F-3825AB48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BC65E-85A4-DC34-6EFA-D318BE37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0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6F141-165D-2CFE-71E7-EFE271F2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AFCD-646A-CFD1-2AB3-6BCD152A9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2625F-F336-03DC-FCB5-B4AD6E3C3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6F812-3CD5-8C48-973B-6133C7D10DF1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E388D-1112-DA15-278D-E6B1F71C8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44E21-2A5C-A8D0-A8B2-D0EBB99FA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59E52-9DAB-D641-81E0-16F493691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FE44-B9FD-6BA7-7DA2-21AC24468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Dietary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321AE-7C0F-CED1-0F96-AFE09DD229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Luis Jaco</a:t>
            </a:r>
          </a:p>
        </p:txBody>
      </p:sp>
    </p:spTree>
    <p:extLst>
      <p:ext uri="{BB962C8B-B14F-4D97-AF65-F5344CB8AC3E}">
        <p14:creationId xmlns:p14="http://schemas.microsoft.com/office/powerpoint/2010/main" val="34201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C5EE4-2871-A2AD-0330-066E5724A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dietary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DA0A0-8429-129E-096E-CE2DFD9B7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information (name, username, admin status)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(name, username, date of birth)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diets (regular, clear liquid, diabetic)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meal orders (breakfast, lunch, dinner)</a:t>
            </a:r>
          </a:p>
        </p:txBody>
      </p:sp>
    </p:spTree>
    <p:extLst>
      <p:ext uri="{BB962C8B-B14F-4D97-AF65-F5344CB8AC3E}">
        <p14:creationId xmlns:p14="http://schemas.microsoft.com/office/powerpoint/2010/main" val="421799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F128-7328-A865-2BAA-C63D98A5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C5A273-B6AF-D77A-E980-250705E76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004" y="1467803"/>
            <a:ext cx="8225991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C477-FC5A-A60C-FEE7-F90C141B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A54AA-3E6D-14C9-450A-DB0EAA8ED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825625"/>
            <a:ext cx="3733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9FC49B-F952-2972-B2F4-99FCEF0C2394}"/>
              </a:ext>
            </a:extLst>
          </p:cNvPr>
          <p:cNvSpPr txBox="1">
            <a:spLocks/>
          </p:cNvSpPr>
          <p:nvPr/>
        </p:nvSpPr>
        <p:spPr>
          <a:xfrm>
            <a:off x="8305799" y="1825624"/>
            <a:ext cx="3733800" cy="49206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Patient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patient diets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password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Employee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password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Employee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Patient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9B3A1C-9DCD-A1FC-4B25-E206E50EF7EE}"/>
              </a:ext>
            </a:extLst>
          </p:cNvPr>
          <p:cNvSpPr txBox="1">
            <a:spLocks/>
          </p:cNvSpPr>
          <p:nvPr/>
        </p:nvSpPr>
        <p:spPr>
          <a:xfrm>
            <a:off x="4229100" y="1825625"/>
            <a:ext cx="37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Patient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patient diets</a:t>
            </a:r>
          </a:p>
        </p:txBody>
      </p:sp>
    </p:spTree>
    <p:extLst>
      <p:ext uri="{BB962C8B-B14F-4D97-AF65-F5344CB8AC3E}">
        <p14:creationId xmlns:p14="http://schemas.microsoft.com/office/powerpoint/2010/main" val="315721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C527-62D8-6173-E994-51195EAE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0F010A-FDAE-4688-9698-EC0E99777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825625"/>
            <a:ext cx="3733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Patient:</a:t>
            </a: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6BDF5F-83DB-FA94-E3BF-1F904B352128}"/>
              </a:ext>
            </a:extLst>
          </p:cNvPr>
          <p:cNvSpPr txBox="1">
            <a:spLocks/>
          </p:cNvSpPr>
          <p:nvPr/>
        </p:nvSpPr>
        <p:spPr>
          <a:xfrm>
            <a:off x="8305799" y="1825624"/>
            <a:ext cx="3733800" cy="4900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</a:p>
          <a:p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Patient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BAB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  <a:p>
            <a:pPr lvl="2"/>
            <a:r>
              <a:rPr lang="en-US" dirty="0">
                <a:solidFill>
                  <a:srgbClr val="FBAB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BAB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 patient diets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password</a:t>
            </a:r>
          </a:p>
          <a:p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Employee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password</a:t>
            </a:r>
          </a:p>
          <a:p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Employee</a:t>
            </a:r>
          </a:p>
          <a:p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Patient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EF66C7-8353-F930-EDA0-CDEE8691F564}"/>
              </a:ext>
            </a:extLst>
          </p:cNvPr>
          <p:cNvSpPr txBox="1">
            <a:spLocks/>
          </p:cNvSpPr>
          <p:nvPr/>
        </p:nvSpPr>
        <p:spPr>
          <a:xfrm>
            <a:off x="4229100" y="1825625"/>
            <a:ext cx="37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Employee:</a:t>
            </a:r>
          </a:p>
          <a:p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Patient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BAB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  <a:p>
            <a:pPr lvl="2"/>
            <a:r>
              <a:rPr lang="en-US" dirty="0">
                <a:solidFill>
                  <a:srgbClr val="FBAB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BAB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 orders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E4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 patient diets</a:t>
            </a:r>
          </a:p>
        </p:txBody>
      </p:sp>
    </p:spTree>
    <p:extLst>
      <p:ext uri="{BB962C8B-B14F-4D97-AF65-F5344CB8AC3E}">
        <p14:creationId xmlns:p14="http://schemas.microsoft.com/office/powerpoint/2010/main" val="28607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006E-67D1-472F-A578-0BA3A50B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previous orders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AAF7E-2ABA-571E-EDA9-EF320EF2A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7" y="1690688"/>
            <a:ext cx="3688971" cy="5086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E3F35-EC30-A6A5-80D2-570491238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294" y="2344644"/>
            <a:ext cx="7772400" cy="377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0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0B62-9C21-1F08-3BDA-8AA80AA4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order content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9ACBD-2E6E-2AA8-28DE-0368018C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83" y="2987276"/>
            <a:ext cx="7772400" cy="2492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A5740-DCC6-A0BE-51F3-9AEEBAB8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" y="1690688"/>
            <a:ext cx="3855079" cy="508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1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0C81-8133-66B6-8FB1-3572506C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 (get options)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B7C076-13C0-2D4C-AD7C-01CB8D6E6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290" y="1385888"/>
            <a:ext cx="3528082" cy="52689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876899-FDF8-1B1A-B591-99F5A510E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7" y="1385888"/>
            <a:ext cx="3872333" cy="52689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BA030B-6928-4F14-731F-4396E1260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956" y="2153920"/>
            <a:ext cx="5784656" cy="20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6946-DBF1-3F77-EBB3-6377C8A2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order (complete order)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0106F-CE6C-8A49-E2F6-8A5DDB43E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5509"/>
            <a:ext cx="753110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14F565-AC27-30FC-4F38-D9A97C44C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933542"/>
            <a:ext cx="9500459" cy="2603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B44CA0-CF19-70B5-8C27-4260BBC6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07979"/>
            <a:ext cx="4648200" cy="43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B7BC47-0B2A-78C2-11F1-5BE3E58FC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658769"/>
            <a:ext cx="5715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8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797FDC-F61B-6CE5-9F07-31C663C1FBAC}"/>
              </a:ext>
            </a:extLst>
          </p:cNvPr>
          <p:cNvSpPr txBox="1"/>
          <p:nvPr/>
        </p:nvSpPr>
        <p:spPr>
          <a:xfrm>
            <a:off x="2634956" y="2644170"/>
            <a:ext cx="69220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8218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508</TotalTime>
  <Words>194</Words>
  <Application>Microsoft Macintosh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Times New Roman</vt:lpstr>
      <vt:lpstr>Office Theme</vt:lpstr>
      <vt:lpstr>Hospital Dietary Database</vt:lpstr>
      <vt:lpstr>What is a dietary database?</vt:lpstr>
      <vt:lpstr>Database schema</vt:lpstr>
      <vt:lpstr>Project goals</vt:lpstr>
      <vt:lpstr>Result</vt:lpstr>
      <vt:lpstr>View previous orders</vt:lpstr>
      <vt:lpstr>Check order content</vt:lpstr>
      <vt:lpstr>Create new order (get options)</vt:lpstr>
      <vt:lpstr>Create new order (complete order)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Jaco</dc:creator>
  <cp:lastModifiedBy>Luis Jaco</cp:lastModifiedBy>
  <cp:revision>1</cp:revision>
  <dcterms:created xsi:type="dcterms:W3CDTF">2025-05-01T14:39:02Z</dcterms:created>
  <dcterms:modified xsi:type="dcterms:W3CDTF">2025-05-01T23:08:00Z</dcterms:modified>
</cp:coreProperties>
</file>